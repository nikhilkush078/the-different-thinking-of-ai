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anva Sans Bold" charset="1" panose="020B0803030501040103"/>
      <p:regular r:id="rId23"/>
    </p:embeddedFont>
    <p:embeddedFont>
      <p:font typeface="Canva Sans" charset="1" panose="020B0503030501040103"/>
      <p:regular r:id="rId24"/>
    </p:embeddedFont>
    <p:embeddedFont>
      <p:font typeface="League Spartan"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53197" y="4082131"/>
            <a:ext cx="6135571" cy="3300673"/>
          </a:xfrm>
          <a:custGeom>
            <a:avLst/>
            <a:gdLst/>
            <a:ahLst/>
            <a:cxnLst/>
            <a:rect r="r" b="b" t="t" l="l"/>
            <a:pathLst>
              <a:path h="3300673" w="6135571">
                <a:moveTo>
                  <a:pt x="0" y="0"/>
                </a:moveTo>
                <a:lnTo>
                  <a:pt x="6135571" y="0"/>
                </a:lnTo>
                <a:lnTo>
                  <a:pt x="6135571" y="3300673"/>
                </a:lnTo>
                <a:lnTo>
                  <a:pt x="0" y="3300673"/>
                </a:lnTo>
                <a:lnTo>
                  <a:pt x="0" y="0"/>
                </a:lnTo>
                <a:close/>
              </a:path>
            </a:pathLst>
          </a:custGeom>
          <a:blipFill>
            <a:blip r:embed="rId2"/>
            <a:stretch>
              <a:fillRect l="-2467" t="0" r="0" b="0"/>
            </a:stretch>
          </a:blipFill>
        </p:spPr>
      </p:sp>
      <p:sp>
        <p:nvSpPr>
          <p:cNvPr name="Freeform 3" id="3"/>
          <p:cNvSpPr/>
          <p:nvPr/>
        </p:nvSpPr>
        <p:spPr>
          <a:xfrm flipH="false" flipV="false" rot="0">
            <a:off x="9884174" y="4137822"/>
            <a:ext cx="6026117" cy="3389691"/>
          </a:xfrm>
          <a:custGeom>
            <a:avLst/>
            <a:gdLst/>
            <a:ahLst/>
            <a:cxnLst/>
            <a:rect r="r" b="b" t="t" l="l"/>
            <a:pathLst>
              <a:path h="3389691" w="6026117">
                <a:moveTo>
                  <a:pt x="0" y="0"/>
                </a:moveTo>
                <a:lnTo>
                  <a:pt x="6026117" y="0"/>
                </a:lnTo>
                <a:lnTo>
                  <a:pt x="6026117" y="3389691"/>
                </a:lnTo>
                <a:lnTo>
                  <a:pt x="0" y="3389691"/>
                </a:lnTo>
                <a:lnTo>
                  <a:pt x="0" y="0"/>
                </a:lnTo>
                <a:close/>
              </a:path>
            </a:pathLst>
          </a:custGeom>
          <a:blipFill>
            <a:blip r:embed="rId3"/>
            <a:stretch>
              <a:fillRect l="0" t="0" r="0" b="0"/>
            </a:stretch>
          </a:blipFill>
        </p:spPr>
      </p:sp>
      <p:sp>
        <p:nvSpPr>
          <p:cNvPr name="TextBox 4" id="4"/>
          <p:cNvSpPr txBox="true"/>
          <p:nvPr/>
        </p:nvSpPr>
        <p:spPr>
          <a:xfrm rot="0">
            <a:off x="5020873" y="531399"/>
            <a:ext cx="8246254" cy="1288870"/>
          </a:xfrm>
          <a:prstGeom prst="rect">
            <a:avLst/>
          </a:prstGeom>
        </p:spPr>
        <p:txBody>
          <a:bodyPr anchor="t" rtlCol="false" tIns="0" lIns="0" bIns="0" rIns="0">
            <a:spAutoFit/>
          </a:bodyPr>
          <a:lstStyle/>
          <a:p>
            <a:pPr algn="ctr">
              <a:lnSpc>
                <a:spcPts val="10447"/>
              </a:lnSpc>
            </a:pPr>
            <a:r>
              <a:rPr lang="en-US" sz="7462" b="true">
                <a:solidFill>
                  <a:srgbClr val="000000"/>
                </a:solidFill>
                <a:latin typeface="Canva Sans Bold"/>
                <a:ea typeface="Canva Sans Bold"/>
                <a:cs typeface="Canva Sans Bold"/>
                <a:sym typeface="Canva Sans Bold"/>
              </a:rPr>
              <a:t>GOOGLE GEMINI </a:t>
            </a:r>
          </a:p>
        </p:txBody>
      </p:sp>
      <p:sp>
        <p:nvSpPr>
          <p:cNvPr name="TextBox 5" id="5"/>
          <p:cNvSpPr txBox="true"/>
          <p:nvPr/>
        </p:nvSpPr>
        <p:spPr>
          <a:xfrm rot="0">
            <a:off x="5503660" y="1725019"/>
            <a:ext cx="6827366"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AND NANO BANANA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73409" y="4390171"/>
            <a:ext cx="14429239" cy="4868129"/>
          </a:xfrm>
          <a:prstGeom prst="rect">
            <a:avLst/>
          </a:prstGeom>
        </p:spPr>
        <p:txBody>
          <a:bodyPr anchor="t" rtlCol="false" tIns="0" lIns="0" bIns="0" rIns="0">
            <a:spAutoFit/>
          </a:bodyPr>
          <a:lstStyle/>
          <a:p>
            <a:pPr algn="ctr">
              <a:lnSpc>
                <a:spcPts val="9671"/>
              </a:lnSpc>
            </a:pPr>
            <a:r>
              <a:rPr lang="en-US" sz="6908" b="true">
                <a:solidFill>
                  <a:srgbClr val="000000"/>
                </a:solidFill>
                <a:latin typeface="Canva Sans Bold"/>
                <a:ea typeface="Canva Sans Bold"/>
                <a:cs typeface="Canva Sans Bold"/>
                <a:sym typeface="Canva Sans Bold"/>
              </a:rPr>
              <a:t>Does Artificial Intelligence think in a way similar to humans using algorithms and code, or does it truly think exactly as humans do?</a:t>
            </a:r>
          </a:p>
        </p:txBody>
      </p:sp>
      <p:sp>
        <p:nvSpPr>
          <p:cNvPr name="Freeform 3" id="3"/>
          <p:cNvSpPr/>
          <p:nvPr/>
        </p:nvSpPr>
        <p:spPr>
          <a:xfrm flipH="false" flipV="false" rot="0">
            <a:off x="7515181" y="847875"/>
            <a:ext cx="2179930" cy="3266925"/>
          </a:xfrm>
          <a:custGeom>
            <a:avLst/>
            <a:gdLst/>
            <a:ahLst/>
            <a:cxnLst/>
            <a:rect r="r" b="b" t="t" l="l"/>
            <a:pathLst>
              <a:path h="3266925" w="2179930">
                <a:moveTo>
                  <a:pt x="0" y="0"/>
                </a:moveTo>
                <a:lnTo>
                  <a:pt x="2179930" y="0"/>
                </a:lnTo>
                <a:lnTo>
                  <a:pt x="2179930" y="3266925"/>
                </a:lnTo>
                <a:lnTo>
                  <a:pt x="0" y="3266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99631" y="1028700"/>
            <a:ext cx="5318275" cy="7126667"/>
          </a:xfrm>
          <a:custGeom>
            <a:avLst/>
            <a:gdLst/>
            <a:ahLst/>
            <a:cxnLst/>
            <a:rect r="r" b="b" t="t" l="l"/>
            <a:pathLst>
              <a:path h="7126667" w="5318275">
                <a:moveTo>
                  <a:pt x="0" y="0"/>
                </a:moveTo>
                <a:lnTo>
                  <a:pt x="5318275" y="0"/>
                </a:lnTo>
                <a:lnTo>
                  <a:pt x="5318275" y="7126667"/>
                </a:lnTo>
                <a:lnTo>
                  <a:pt x="0" y="7126667"/>
                </a:lnTo>
                <a:lnTo>
                  <a:pt x="0" y="0"/>
                </a:lnTo>
                <a:close/>
              </a:path>
            </a:pathLst>
          </a:custGeom>
          <a:blipFill>
            <a:blip r:embed="rId2"/>
            <a:stretch>
              <a:fillRect l="0" t="0" r="0" b="0"/>
            </a:stretch>
          </a:blipFill>
        </p:spPr>
      </p:sp>
      <p:sp>
        <p:nvSpPr>
          <p:cNvPr name="AutoShape 3" id="3"/>
          <p:cNvSpPr/>
          <p:nvPr/>
        </p:nvSpPr>
        <p:spPr>
          <a:xfrm>
            <a:off x="7423963" y="4885952"/>
            <a:ext cx="2693585" cy="0"/>
          </a:xfrm>
          <a:prstGeom prst="line">
            <a:avLst/>
          </a:prstGeom>
          <a:ln cap="flat" w="114300">
            <a:solidFill>
              <a:srgbClr val="000000"/>
            </a:solidFill>
            <a:prstDash val="solid"/>
            <a:headEnd type="none" len="sm" w="sm"/>
            <a:tailEnd type="arrow" len="sm" w="med"/>
          </a:ln>
        </p:spPr>
      </p:sp>
      <p:sp>
        <p:nvSpPr>
          <p:cNvPr name="Freeform 4" id="4"/>
          <p:cNvSpPr/>
          <p:nvPr/>
        </p:nvSpPr>
        <p:spPr>
          <a:xfrm flipH="false" flipV="false" rot="0">
            <a:off x="10919963" y="1028700"/>
            <a:ext cx="5363866" cy="7347762"/>
          </a:xfrm>
          <a:custGeom>
            <a:avLst/>
            <a:gdLst/>
            <a:ahLst/>
            <a:cxnLst/>
            <a:rect r="r" b="b" t="t" l="l"/>
            <a:pathLst>
              <a:path h="7347762" w="5363866">
                <a:moveTo>
                  <a:pt x="0" y="0"/>
                </a:moveTo>
                <a:lnTo>
                  <a:pt x="5363866" y="0"/>
                </a:lnTo>
                <a:lnTo>
                  <a:pt x="5363866" y="7347762"/>
                </a:lnTo>
                <a:lnTo>
                  <a:pt x="0" y="7347762"/>
                </a:lnTo>
                <a:lnTo>
                  <a:pt x="0" y="0"/>
                </a:lnTo>
                <a:close/>
              </a:path>
            </a:pathLst>
          </a:custGeom>
          <a:blipFill>
            <a:blip r:embed="rId3"/>
            <a:stretch>
              <a:fillRect l="0" t="0" r="0" b="0"/>
            </a:stretch>
          </a:blipFill>
        </p:spPr>
      </p:sp>
      <p:sp>
        <p:nvSpPr>
          <p:cNvPr name="TextBox 5" id="5"/>
          <p:cNvSpPr txBox="true"/>
          <p:nvPr/>
        </p:nvSpPr>
        <p:spPr>
          <a:xfrm rot="0">
            <a:off x="921874" y="8490762"/>
            <a:ext cx="6673788" cy="1307437"/>
          </a:xfrm>
          <a:prstGeom prst="rect">
            <a:avLst/>
          </a:prstGeom>
        </p:spPr>
        <p:txBody>
          <a:bodyPr anchor="t" rtlCol="false" tIns="0" lIns="0" bIns="0" rIns="0">
            <a:spAutoFit/>
          </a:bodyPr>
          <a:lstStyle/>
          <a:p>
            <a:pPr algn="ctr">
              <a:lnSpc>
                <a:spcPts val="5095"/>
              </a:lnSpc>
            </a:pPr>
            <a:r>
              <a:rPr lang="en-US" sz="5199" b="true">
                <a:solidFill>
                  <a:srgbClr val="000000"/>
                </a:solidFill>
                <a:latin typeface="Canva Sans Bold"/>
                <a:ea typeface="Canva Sans Bold"/>
                <a:cs typeface="Canva Sans Bold"/>
                <a:sym typeface="Canva Sans Bold"/>
              </a:rPr>
              <a:t>MAKE THIS IMAGE COLORFULL </a:t>
            </a:r>
          </a:p>
        </p:txBody>
      </p:sp>
      <p:sp>
        <p:nvSpPr>
          <p:cNvPr name="TextBox 6" id="6"/>
          <p:cNvSpPr txBox="true"/>
          <p:nvPr/>
        </p:nvSpPr>
        <p:spPr>
          <a:xfrm rot="0">
            <a:off x="10809593" y="8452181"/>
            <a:ext cx="5746006"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3041" y="1357453"/>
            <a:ext cx="4802697" cy="6356958"/>
          </a:xfrm>
          <a:custGeom>
            <a:avLst/>
            <a:gdLst/>
            <a:ahLst/>
            <a:cxnLst/>
            <a:rect r="r" b="b" t="t" l="l"/>
            <a:pathLst>
              <a:path h="6356958" w="4802697">
                <a:moveTo>
                  <a:pt x="0" y="0"/>
                </a:moveTo>
                <a:lnTo>
                  <a:pt x="4802698" y="0"/>
                </a:lnTo>
                <a:lnTo>
                  <a:pt x="4802698" y="6356958"/>
                </a:lnTo>
                <a:lnTo>
                  <a:pt x="0" y="6356958"/>
                </a:lnTo>
                <a:lnTo>
                  <a:pt x="0" y="0"/>
                </a:lnTo>
                <a:close/>
              </a:path>
            </a:pathLst>
          </a:custGeom>
          <a:blipFill>
            <a:blip r:embed="rId2"/>
            <a:stretch>
              <a:fillRect l="0" t="-450" r="0" b="-450"/>
            </a:stretch>
          </a:blipFill>
        </p:spPr>
      </p:sp>
      <p:sp>
        <p:nvSpPr>
          <p:cNvPr name="Freeform 3" id="3"/>
          <p:cNvSpPr/>
          <p:nvPr/>
        </p:nvSpPr>
        <p:spPr>
          <a:xfrm flipH="false" flipV="false" rot="0">
            <a:off x="11233005" y="1235301"/>
            <a:ext cx="4818922" cy="6601262"/>
          </a:xfrm>
          <a:custGeom>
            <a:avLst/>
            <a:gdLst/>
            <a:ahLst/>
            <a:cxnLst/>
            <a:rect r="r" b="b" t="t" l="l"/>
            <a:pathLst>
              <a:path h="6601262" w="4818922">
                <a:moveTo>
                  <a:pt x="0" y="0"/>
                </a:moveTo>
                <a:lnTo>
                  <a:pt x="4818922" y="0"/>
                </a:lnTo>
                <a:lnTo>
                  <a:pt x="4818922" y="6601262"/>
                </a:lnTo>
                <a:lnTo>
                  <a:pt x="0" y="6601262"/>
                </a:lnTo>
                <a:lnTo>
                  <a:pt x="0" y="0"/>
                </a:lnTo>
                <a:close/>
              </a:path>
            </a:pathLst>
          </a:custGeom>
          <a:blipFill>
            <a:blip r:embed="rId3"/>
            <a:stretch>
              <a:fillRect l="0" t="0" r="0" b="0"/>
            </a:stretch>
          </a:blipFill>
        </p:spPr>
      </p:sp>
      <p:sp>
        <p:nvSpPr>
          <p:cNvPr name="TextBox 4" id="4"/>
          <p:cNvSpPr txBox="true"/>
          <p:nvPr/>
        </p:nvSpPr>
        <p:spPr>
          <a:xfrm rot="0">
            <a:off x="835539" y="7950863"/>
            <a:ext cx="6437702" cy="1307437"/>
          </a:xfrm>
          <a:prstGeom prst="rect">
            <a:avLst/>
          </a:prstGeom>
        </p:spPr>
        <p:txBody>
          <a:bodyPr anchor="t" rtlCol="false" tIns="0" lIns="0" bIns="0" rIns="0">
            <a:spAutoFit/>
          </a:bodyPr>
          <a:lstStyle/>
          <a:p>
            <a:pPr algn="ctr">
              <a:lnSpc>
                <a:spcPts val="5095"/>
              </a:lnSpc>
            </a:pPr>
            <a:r>
              <a:rPr lang="en-US" sz="5199" b="true">
                <a:solidFill>
                  <a:srgbClr val="000000"/>
                </a:solidFill>
                <a:latin typeface="Canva Sans Bold"/>
                <a:ea typeface="Canva Sans Bold"/>
                <a:cs typeface="Canva Sans Bold"/>
                <a:sym typeface="Canva Sans Bold"/>
              </a:rPr>
              <a:t>MAKE THIS IMAGE COLORFULL </a:t>
            </a:r>
          </a:p>
        </p:txBody>
      </p:sp>
      <p:sp>
        <p:nvSpPr>
          <p:cNvPr name="AutoShape 5" id="5"/>
          <p:cNvSpPr/>
          <p:nvPr/>
        </p:nvSpPr>
        <p:spPr>
          <a:xfrm flipV="true">
            <a:off x="6923162" y="4413780"/>
            <a:ext cx="3315880" cy="0"/>
          </a:xfrm>
          <a:prstGeom prst="line">
            <a:avLst/>
          </a:prstGeom>
          <a:ln cap="flat" w="171450">
            <a:solidFill>
              <a:srgbClr val="000000"/>
            </a:solidFill>
            <a:prstDash val="solid"/>
            <a:headEnd type="none" len="sm" w="sm"/>
            <a:tailEnd type="arrow" len="sm" w="med"/>
          </a:ln>
        </p:spPr>
      </p:sp>
      <p:sp>
        <p:nvSpPr>
          <p:cNvPr name="TextBox 6" id="6"/>
          <p:cNvSpPr txBox="true"/>
          <p:nvPr/>
        </p:nvSpPr>
        <p:spPr>
          <a:xfrm rot="0">
            <a:off x="10305921" y="8056234"/>
            <a:ext cx="5746006"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4350" y="1420765"/>
            <a:ext cx="5318275" cy="7126667"/>
          </a:xfrm>
          <a:custGeom>
            <a:avLst/>
            <a:gdLst/>
            <a:ahLst/>
            <a:cxnLst/>
            <a:rect r="r" b="b" t="t" l="l"/>
            <a:pathLst>
              <a:path h="7126667" w="5318275">
                <a:moveTo>
                  <a:pt x="0" y="0"/>
                </a:moveTo>
                <a:lnTo>
                  <a:pt x="5318276" y="0"/>
                </a:lnTo>
                <a:lnTo>
                  <a:pt x="5318276" y="7126666"/>
                </a:lnTo>
                <a:lnTo>
                  <a:pt x="0" y="7126666"/>
                </a:lnTo>
                <a:lnTo>
                  <a:pt x="0" y="0"/>
                </a:lnTo>
                <a:close/>
              </a:path>
            </a:pathLst>
          </a:custGeom>
          <a:blipFill>
            <a:blip r:embed="rId2"/>
            <a:stretch>
              <a:fillRect l="0" t="0" r="0" b="0"/>
            </a:stretch>
          </a:blipFill>
        </p:spPr>
      </p:sp>
      <p:sp>
        <p:nvSpPr>
          <p:cNvPr name="Freeform 3" id="3"/>
          <p:cNvSpPr/>
          <p:nvPr/>
        </p:nvSpPr>
        <p:spPr>
          <a:xfrm flipH="false" flipV="false" rot="0">
            <a:off x="11598432" y="1580167"/>
            <a:ext cx="5202467" cy="7126667"/>
          </a:xfrm>
          <a:custGeom>
            <a:avLst/>
            <a:gdLst/>
            <a:ahLst/>
            <a:cxnLst/>
            <a:rect r="r" b="b" t="t" l="l"/>
            <a:pathLst>
              <a:path h="7126667" w="5202467">
                <a:moveTo>
                  <a:pt x="0" y="0"/>
                </a:moveTo>
                <a:lnTo>
                  <a:pt x="5202467" y="0"/>
                </a:lnTo>
                <a:lnTo>
                  <a:pt x="5202467" y="7126666"/>
                </a:lnTo>
                <a:lnTo>
                  <a:pt x="0" y="7126666"/>
                </a:lnTo>
                <a:lnTo>
                  <a:pt x="0" y="0"/>
                </a:lnTo>
                <a:close/>
              </a:path>
            </a:pathLst>
          </a:custGeom>
          <a:blipFill>
            <a:blip r:embed="rId3"/>
            <a:stretch>
              <a:fillRect l="0" t="-3296" r="-3296" b="0"/>
            </a:stretch>
          </a:blipFill>
        </p:spPr>
      </p:sp>
      <p:sp>
        <p:nvSpPr>
          <p:cNvPr name="AutoShape 4" id="4"/>
          <p:cNvSpPr/>
          <p:nvPr/>
        </p:nvSpPr>
        <p:spPr>
          <a:xfrm>
            <a:off x="7651276" y="5057775"/>
            <a:ext cx="3315880" cy="0"/>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1144637" y="8804606"/>
            <a:ext cx="6437702" cy="1307437"/>
          </a:xfrm>
          <a:prstGeom prst="rect">
            <a:avLst/>
          </a:prstGeom>
        </p:spPr>
        <p:txBody>
          <a:bodyPr anchor="t" rtlCol="false" tIns="0" lIns="0" bIns="0" rIns="0">
            <a:spAutoFit/>
          </a:bodyPr>
          <a:lstStyle/>
          <a:p>
            <a:pPr algn="ctr">
              <a:lnSpc>
                <a:spcPts val="5095"/>
              </a:lnSpc>
            </a:pPr>
            <a:r>
              <a:rPr lang="en-US" sz="5199" b="true">
                <a:solidFill>
                  <a:srgbClr val="000000"/>
                </a:solidFill>
                <a:latin typeface="Canva Sans Bold"/>
                <a:ea typeface="Canva Sans Bold"/>
                <a:cs typeface="Canva Sans Bold"/>
                <a:sym typeface="Canva Sans Bold"/>
              </a:rPr>
              <a:t>MAKE THIS IMAGE COLORFULL </a:t>
            </a:r>
          </a:p>
        </p:txBody>
      </p:sp>
      <p:sp>
        <p:nvSpPr>
          <p:cNvPr name="TextBox 6" id="6"/>
          <p:cNvSpPr txBox="true"/>
          <p:nvPr/>
        </p:nvSpPr>
        <p:spPr>
          <a:xfrm rot="0">
            <a:off x="11054893" y="8909978"/>
            <a:ext cx="5746006"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a:t>
            </a:r>
          </a:p>
        </p:txBody>
      </p:sp>
      <p:sp>
        <p:nvSpPr>
          <p:cNvPr name="TextBox 7" id="7"/>
          <p:cNvSpPr txBox="true"/>
          <p:nvPr/>
        </p:nvSpPr>
        <p:spPr>
          <a:xfrm rot="0">
            <a:off x="7439238" y="1918264"/>
            <a:ext cx="3615655" cy="2243740"/>
          </a:xfrm>
          <a:prstGeom prst="rect">
            <a:avLst/>
          </a:prstGeom>
        </p:spPr>
        <p:txBody>
          <a:bodyPr anchor="t" rtlCol="false" tIns="0" lIns="0" bIns="0" rIns="0">
            <a:spAutoFit/>
          </a:bodyPr>
          <a:lstStyle/>
          <a:p>
            <a:pPr algn="ctr">
              <a:lnSpc>
                <a:spcPts val="8994"/>
              </a:lnSpc>
            </a:pPr>
            <a:r>
              <a:rPr lang="en-US" sz="6424" b="true">
                <a:solidFill>
                  <a:srgbClr val="000000"/>
                </a:solidFill>
                <a:latin typeface="Canva Sans Bold"/>
                <a:ea typeface="Canva Sans Bold"/>
                <a:cs typeface="Canva Sans Bold"/>
                <a:sym typeface="Canva Sans Bold"/>
              </a:rPr>
              <a:t>WHY NOT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1537" y="2215564"/>
            <a:ext cx="7249997" cy="4786062"/>
          </a:xfrm>
          <a:custGeom>
            <a:avLst/>
            <a:gdLst/>
            <a:ahLst/>
            <a:cxnLst/>
            <a:rect r="r" b="b" t="t" l="l"/>
            <a:pathLst>
              <a:path h="4786062" w="7249997">
                <a:moveTo>
                  <a:pt x="0" y="0"/>
                </a:moveTo>
                <a:lnTo>
                  <a:pt x="7249997" y="0"/>
                </a:lnTo>
                <a:lnTo>
                  <a:pt x="7249997" y="4786062"/>
                </a:lnTo>
                <a:lnTo>
                  <a:pt x="0" y="4786062"/>
                </a:lnTo>
                <a:lnTo>
                  <a:pt x="0" y="0"/>
                </a:lnTo>
                <a:close/>
              </a:path>
            </a:pathLst>
          </a:custGeom>
          <a:blipFill>
            <a:blip r:embed="rId2"/>
            <a:stretch>
              <a:fillRect l="0" t="0" r="0" b="0"/>
            </a:stretch>
          </a:blipFill>
        </p:spPr>
      </p:sp>
      <p:sp>
        <p:nvSpPr>
          <p:cNvPr name="Freeform 3" id="3"/>
          <p:cNvSpPr/>
          <p:nvPr/>
        </p:nvSpPr>
        <p:spPr>
          <a:xfrm flipH="false" flipV="false" rot="0">
            <a:off x="10985731" y="2358867"/>
            <a:ext cx="6740758" cy="4499456"/>
          </a:xfrm>
          <a:custGeom>
            <a:avLst/>
            <a:gdLst/>
            <a:ahLst/>
            <a:cxnLst/>
            <a:rect r="r" b="b" t="t" l="l"/>
            <a:pathLst>
              <a:path h="4499456" w="6740758">
                <a:moveTo>
                  <a:pt x="0" y="0"/>
                </a:moveTo>
                <a:lnTo>
                  <a:pt x="6740758" y="0"/>
                </a:lnTo>
                <a:lnTo>
                  <a:pt x="6740758" y="4499456"/>
                </a:lnTo>
                <a:lnTo>
                  <a:pt x="0" y="4499456"/>
                </a:lnTo>
                <a:lnTo>
                  <a:pt x="0" y="0"/>
                </a:lnTo>
                <a:close/>
              </a:path>
            </a:pathLst>
          </a:custGeom>
          <a:blipFill>
            <a:blip r:embed="rId3"/>
            <a:stretch>
              <a:fillRect l="0" t="0" r="0" b="0"/>
            </a:stretch>
          </a:blipFill>
        </p:spPr>
      </p:sp>
      <p:sp>
        <p:nvSpPr>
          <p:cNvPr name="TextBox 4" id="4"/>
          <p:cNvSpPr txBox="true"/>
          <p:nvPr/>
        </p:nvSpPr>
        <p:spPr>
          <a:xfrm rot="0">
            <a:off x="643871" y="7401465"/>
            <a:ext cx="7307663" cy="1856835"/>
          </a:xfrm>
          <a:prstGeom prst="rect">
            <a:avLst/>
          </a:prstGeom>
        </p:spPr>
        <p:txBody>
          <a:bodyPr anchor="t" rtlCol="false" tIns="0" lIns="0" bIns="0" rIns="0">
            <a:spAutoFit/>
          </a:bodyPr>
          <a:lstStyle/>
          <a:p>
            <a:pPr algn="ctr">
              <a:lnSpc>
                <a:spcPts val="4851"/>
              </a:lnSpc>
            </a:pPr>
            <a:r>
              <a:rPr lang="en-US" b="true" sz="4664">
                <a:solidFill>
                  <a:srgbClr val="000000"/>
                </a:solidFill>
                <a:latin typeface="Canva Sans Bold"/>
                <a:ea typeface="Canva Sans Bold"/>
                <a:cs typeface="Canva Sans Bold"/>
                <a:sym typeface="Canva Sans Bold"/>
              </a:rPr>
              <a:t>ADD AN BIRTHDAY HAT IN THE HEAD OF ONE OF THE CAT</a:t>
            </a:r>
          </a:p>
        </p:txBody>
      </p:sp>
      <p:sp>
        <p:nvSpPr>
          <p:cNvPr name="TextBox 5" id="5"/>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
        <p:nvSpPr>
          <p:cNvPr name="AutoShape 6" id="6"/>
          <p:cNvSpPr/>
          <p:nvPr/>
        </p:nvSpPr>
        <p:spPr>
          <a:xfrm flipV="true">
            <a:off x="8618605" y="5229225"/>
            <a:ext cx="2367125" cy="128774"/>
          </a:xfrm>
          <a:prstGeom prst="line">
            <a:avLst/>
          </a:prstGeom>
          <a:ln cap="flat" w="171450">
            <a:solidFill>
              <a:srgbClr val="000000"/>
            </a:solidFill>
            <a:prstDash val="solid"/>
            <a:headEnd type="none" len="sm" w="sm"/>
            <a:tailEnd type="arrow" len="sm" w="med"/>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9410" y="2502036"/>
            <a:ext cx="6736098" cy="4497906"/>
          </a:xfrm>
          <a:custGeom>
            <a:avLst/>
            <a:gdLst/>
            <a:ahLst/>
            <a:cxnLst/>
            <a:rect r="r" b="b" t="t" l="l"/>
            <a:pathLst>
              <a:path h="4497906" w="6736098">
                <a:moveTo>
                  <a:pt x="0" y="0"/>
                </a:moveTo>
                <a:lnTo>
                  <a:pt x="6736098" y="0"/>
                </a:lnTo>
                <a:lnTo>
                  <a:pt x="6736098" y="4497906"/>
                </a:lnTo>
                <a:lnTo>
                  <a:pt x="0" y="4497906"/>
                </a:lnTo>
                <a:lnTo>
                  <a:pt x="0" y="0"/>
                </a:lnTo>
                <a:close/>
              </a:path>
            </a:pathLst>
          </a:custGeom>
          <a:blipFill>
            <a:blip r:embed="rId2"/>
            <a:stretch>
              <a:fillRect l="0" t="-2057" r="-2057" b="0"/>
            </a:stretch>
          </a:blipFill>
        </p:spPr>
      </p:sp>
      <p:sp>
        <p:nvSpPr>
          <p:cNvPr name="Freeform 3" id="3"/>
          <p:cNvSpPr/>
          <p:nvPr/>
        </p:nvSpPr>
        <p:spPr>
          <a:xfrm flipH="false" flipV="false" rot="0">
            <a:off x="10817850" y="2514034"/>
            <a:ext cx="6720461" cy="4485908"/>
          </a:xfrm>
          <a:custGeom>
            <a:avLst/>
            <a:gdLst/>
            <a:ahLst/>
            <a:cxnLst/>
            <a:rect r="r" b="b" t="t" l="l"/>
            <a:pathLst>
              <a:path h="4485908" w="6720461">
                <a:moveTo>
                  <a:pt x="0" y="0"/>
                </a:moveTo>
                <a:lnTo>
                  <a:pt x="6720461" y="0"/>
                </a:lnTo>
                <a:lnTo>
                  <a:pt x="6720461" y="4485908"/>
                </a:lnTo>
                <a:lnTo>
                  <a:pt x="0" y="4485908"/>
                </a:lnTo>
                <a:lnTo>
                  <a:pt x="0" y="0"/>
                </a:lnTo>
                <a:close/>
              </a:path>
            </a:pathLst>
          </a:custGeom>
          <a:blipFill>
            <a:blip r:embed="rId3"/>
            <a:stretch>
              <a:fillRect l="0" t="0" r="0" b="0"/>
            </a:stretch>
          </a:blipFill>
        </p:spPr>
      </p:sp>
      <p:sp>
        <p:nvSpPr>
          <p:cNvPr name="TextBox 4" id="4"/>
          <p:cNvSpPr txBox="true"/>
          <p:nvPr/>
        </p:nvSpPr>
        <p:spPr>
          <a:xfrm rot="0">
            <a:off x="1241250" y="7573543"/>
            <a:ext cx="7212418" cy="1460763"/>
          </a:xfrm>
          <a:prstGeom prst="rect">
            <a:avLst/>
          </a:prstGeom>
        </p:spPr>
        <p:txBody>
          <a:bodyPr anchor="t" rtlCol="false" tIns="0" lIns="0" bIns="0" rIns="0">
            <a:spAutoFit/>
          </a:bodyPr>
          <a:lstStyle/>
          <a:p>
            <a:pPr algn="ctr">
              <a:lnSpc>
                <a:spcPts val="5874"/>
              </a:lnSpc>
            </a:pPr>
            <a:r>
              <a:rPr lang="en-US" b="true" sz="4195">
                <a:solidFill>
                  <a:srgbClr val="000000"/>
                </a:solidFill>
                <a:latin typeface="Canva Sans Bold"/>
                <a:ea typeface="Canva Sans Bold"/>
                <a:cs typeface="Canva Sans Bold"/>
                <a:sym typeface="Canva Sans Bold"/>
              </a:rPr>
              <a:t>ADD BIRTHDAY HAT IN THE HEAD OF ONE OF THE GIRL </a:t>
            </a:r>
          </a:p>
        </p:txBody>
      </p:sp>
      <p:sp>
        <p:nvSpPr>
          <p:cNvPr name="AutoShape 5" id="5"/>
          <p:cNvSpPr/>
          <p:nvPr/>
        </p:nvSpPr>
        <p:spPr>
          <a:xfrm flipV="true">
            <a:off x="8333116" y="5229098"/>
            <a:ext cx="2367125" cy="128774"/>
          </a:xfrm>
          <a:prstGeom prst="line">
            <a:avLst/>
          </a:prstGeom>
          <a:ln cap="flat" w="171450">
            <a:solidFill>
              <a:srgbClr val="000000"/>
            </a:solidFill>
            <a:prstDash val="solid"/>
            <a:headEnd type="none" len="sm" w="sm"/>
            <a:tailEnd type="arrow" len="sm" w="med"/>
          </a:ln>
        </p:spPr>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49157" y="1962843"/>
            <a:ext cx="7063383" cy="4677453"/>
          </a:xfrm>
          <a:custGeom>
            <a:avLst/>
            <a:gdLst/>
            <a:ahLst/>
            <a:cxnLst/>
            <a:rect r="r" b="b" t="t" l="l"/>
            <a:pathLst>
              <a:path h="4677453" w="7063383">
                <a:moveTo>
                  <a:pt x="0" y="0"/>
                </a:moveTo>
                <a:lnTo>
                  <a:pt x="7063383" y="0"/>
                </a:lnTo>
                <a:lnTo>
                  <a:pt x="7063383" y="4677453"/>
                </a:lnTo>
                <a:lnTo>
                  <a:pt x="0" y="4677453"/>
                </a:lnTo>
                <a:lnTo>
                  <a:pt x="0" y="0"/>
                </a:lnTo>
                <a:close/>
              </a:path>
            </a:pathLst>
          </a:custGeom>
          <a:blipFill>
            <a:blip r:embed="rId2"/>
            <a:stretch>
              <a:fillRect l="0" t="0" r="0" b="-833"/>
            </a:stretch>
          </a:blipFill>
        </p:spPr>
      </p:sp>
      <p:sp>
        <p:nvSpPr>
          <p:cNvPr name="Freeform 3" id="3"/>
          <p:cNvSpPr/>
          <p:nvPr/>
        </p:nvSpPr>
        <p:spPr>
          <a:xfrm flipH="false" flipV="false" rot="0">
            <a:off x="10763448" y="2189706"/>
            <a:ext cx="6667550" cy="4450590"/>
          </a:xfrm>
          <a:custGeom>
            <a:avLst/>
            <a:gdLst/>
            <a:ahLst/>
            <a:cxnLst/>
            <a:rect r="r" b="b" t="t" l="l"/>
            <a:pathLst>
              <a:path h="4450590" w="6667550">
                <a:moveTo>
                  <a:pt x="0" y="0"/>
                </a:moveTo>
                <a:lnTo>
                  <a:pt x="6667551" y="0"/>
                </a:lnTo>
                <a:lnTo>
                  <a:pt x="6667551" y="4450590"/>
                </a:lnTo>
                <a:lnTo>
                  <a:pt x="0" y="4450590"/>
                </a:lnTo>
                <a:lnTo>
                  <a:pt x="0" y="0"/>
                </a:lnTo>
                <a:close/>
              </a:path>
            </a:pathLst>
          </a:custGeom>
          <a:blipFill>
            <a:blip r:embed="rId3"/>
            <a:stretch>
              <a:fillRect l="0" t="0" r="0" b="0"/>
            </a:stretch>
          </a:blipFill>
        </p:spPr>
      </p:sp>
      <p:sp>
        <p:nvSpPr>
          <p:cNvPr name="AutoShape 4" id="4"/>
          <p:cNvSpPr/>
          <p:nvPr/>
        </p:nvSpPr>
        <p:spPr>
          <a:xfrm flipV="true">
            <a:off x="7960437" y="4087197"/>
            <a:ext cx="2367125" cy="128774"/>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997452" y="7447181"/>
            <a:ext cx="6366793" cy="1811119"/>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REMOVE</a:t>
            </a:r>
            <a:r>
              <a:rPr lang="en-US" b="true" sz="5199">
                <a:solidFill>
                  <a:srgbClr val="000000"/>
                </a:solidFill>
                <a:latin typeface="Canva Sans Bold"/>
                <a:ea typeface="Canva Sans Bold"/>
                <a:cs typeface="Canva Sans Bold"/>
                <a:sym typeface="Canva Sans Bold"/>
              </a:rPr>
              <a:t> ONE GIRL FORM THIS PHOTO </a:t>
            </a:r>
          </a:p>
        </p:txBody>
      </p:sp>
      <p:sp>
        <p:nvSpPr>
          <p:cNvPr name="TextBox 6" id="6"/>
          <p:cNvSpPr txBox="true"/>
          <p:nvPr/>
        </p:nvSpPr>
        <p:spPr>
          <a:xfrm rot="0">
            <a:off x="12979840" y="7645221"/>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2409" y="2307693"/>
            <a:ext cx="6662776" cy="4439074"/>
          </a:xfrm>
          <a:custGeom>
            <a:avLst/>
            <a:gdLst/>
            <a:ahLst/>
            <a:cxnLst/>
            <a:rect r="r" b="b" t="t" l="l"/>
            <a:pathLst>
              <a:path h="4439074" w="6662776">
                <a:moveTo>
                  <a:pt x="0" y="0"/>
                </a:moveTo>
                <a:lnTo>
                  <a:pt x="6662775" y="0"/>
                </a:lnTo>
                <a:lnTo>
                  <a:pt x="6662775" y="4439075"/>
                </a:lnTo>
                <a:lnTo>
                  <a:pt x="0" y="4439075"/>
                </a:lnTo>
                <a:lnTo>
                  <a:pt x="0" y="0"/>
                </a:lnTo>
                <a:close/>
              </a:path>
            </a:pathLst>
          </a:custGeom>
          <a:blipFill>
            <a:blip r:embed="rId2"/>
            <a:stretch>
              <a:fillRect l="0" t="0" r="0" b="0"/>
            </a:stretch>
          </a:blipFill>
        </p:spPr>
      </p:sp>
      <p:sp>
        <p:nvSpPr>
          <p:cNvPr name="Freeform 3" id="3"/>
          <p:cNvSpPr/>
          <p:nvPr/>
        </p:nvSpPr>
        <p:spPr>
          <a:xfrm flipH="false" flipV="false" rot="0">
            <a:off x="11107371" y="2229682"/>
            <a:ext cx="6767169" cy="4517085"/>
          </a:xfrm>
          <a:custGeom>
            <a:avLst/>
            <a:gdLst/>
            <a:ahLst/>
            <a:cxnLst/>
            <a:rect r="r" b="b" t="t" l="l"/>
            <a:pathLst>
              <a:path h="4517085" w="6767169">
                <a:moveTo>
                  <a:pt x="0" y="0"/>
                </a:moveTo>
                <a:lnTo>
                  <a:pt x="6767169" y="0"/>
                </a:lnTo>
                <a:lnTo>
                  <a:pt x="6767169" y="4517086"/>
                </a:lnTo>
                <a:lnTo>
                  <a:pt x="0" y="4517086"/>
                </a:lnTo>
                <a:lnTo>
                  <a:pt x="0" y="0"/>
                </a:lnTo>
                <a:close/>
              </a:path>
            </a:pathLst>
          </a:custGeom>
          <a:blipFill>
            <a:blip r:embed="rId3"/>
            <a:stretch>
              <a:fillRect l="0" t="0" r="0" b="0"/>
            </a:stretch>
          </a:blipFill>
        </p:spPr>
      </p:sp>
      <p:sp>
        <p:nvSpPr>
          <p:cNvPr name="AutoShape 4" id="4"/>
          <p:cNvSpPr/>
          <p:nvPr/>
        </p:nvSpPr>
        <p:spPr>
          <a:xfrm flipV="true">
            <a:off x="8012715" y="5229098"/>
            <a:ext cx="2367125" cy="128774"/>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406291" y="7640342"/>
            <a:ext cx="7606423" cy="1735978"/>
          </a:xfrm>
          <a:prstGeom prst="rect">
            <a:avLst/>
          </a:prstGeom>
        </p:spPr>
        <p:txBody>
          <a:bodyPr anchor="t" rtlCol="false" tIns="0" lIns="0" bIns="0" rIns="0">
            <a:spAutoFit/>
          </a:bodyPr>
          <a:lstStyle/>
          <a:p>
            <a:pPr algn="ctr">
              <a:lnSpc>
                <a:spcPts val="6961"/>
              </a:lnSpc>
              <a:spcBef>
                <a:spcPct val="0"/>
              </a:spcBef>
            </a:pPr>
            <a:r>
              <a:rPr lang="en-US" b="true" sz="4972">
                <a:solidFill>
                  <a:srgbClr val="000000"/>
                </a:solidFill>
                <a:latin typeface="Canva Sans Bold"/>
                <a:ea typeface="Canva Sans Bold"/>
                <a:cs typeface="Canva Sans Bold"/>
                <a:sym typeface="Canva Sans Bold"/>
              </a:rPr>
              <a:t>REMOVE ONE OF THE CAT FROM THIS PHOTO </a:t>
            </a:r>
          </a:p>
        </p:txBody>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994" y="2073157"/>
            <a:ext cx="6357697" cy="4601383"/>
          </a:xfrm>
          <a:custGeom>
            <a:avLst/>
            <a:gdLst/>
            <a:ahLst/>
            <a:cxnLst/>
            <a:rect r="r" b="b" t="t" l="l"/>
            <a:pathLst>
              <a:path h="4601383" w="6357697">
                <a:moveTo>
                  <a:pt x="0" y="0"/>
                </a:moveTo>
                <a:lnTo>
                  <a:pt x="6357697" y="0"/>
                </a:lnTo>
                <a:lnTo>
                  <a:pt x="6357697" y="4601384"/>
                </a:lnTo>
                <a:lnTo>
                  <a:pt x="0" y="4601384"/>
                </a:lnTo>
                <a:lnTo>
                  <a:pt x="0" y="0"/>
                </a:lnTo>
                <a:close/>
              </a:path>
            </a:pathLst>
          </a:custGeom>
          <a:blipFill>
            <a:blip r:embed="rId2"/>
            <a:stretch>
              <a:fillRect l="0" t="0" r="0" b="0"/>
            </a:stretch>
          </a:blipFill>
        </p:spPr>
      </p:sp>
      <p:sp>
        <p:nvSpPr>
          <p:cNvPr name="Freeform 3" id="3"/>
          <p:cNvSpPr/>
          <p:nvPr/>
        </p:nvSpPr>
        <p:spPr>
          <a:xfrm flipH="false" flipV="false" rot="0">
            <a:off x="10810113" y="1966634"/>
            <a:ext cx="6449187" cy="4707906"/>
          </a:xfrm>
          <a:custGeom>
            <a:avLst/>
            <a:gdLst/>
            <a:ahLst/>
            <a:cxnLst/>
            <a:rect r="r" b="b" t="t" l="l"/>
            <a:pathLst>
              <a:path h="4707906" w="6449187">
                <a:moveTo>
                  <a:pt x="0" y="0"/>
                </a:moveTo>
                <a:lnTo>
                  <a:pt x="6449187" y="0"/>
                </a:lnTo>
                <a:lnTo>
                  <a:pt x="6449187" y="4707907"/>
                </a:lnTo>
                <a:lnTo>
                  <a:pt x="0" y="4707907"/>
                </a:lnTo>
                <a:lnTo>
                  <a:pt x="0" y="0"/>
                </a:lnTo>
                <a:close/>
              </a:path>
            </a:pathLst>
          </a:custGeom>
          <a:blipFill>
            <a:blip r:embed="rId3"/>
            <a:stretch>
              <a:fillRect l="0" t="0" r="0" b="0"/>
            </a:stretch>
          </a:blipFill>
        </p:spPr>
      </p:sp>
      <p:sp>
        <p:nvSpPr>
          <p:cNvPr name="AutoShape 4" id="4"/>
          <p:cNvSpPr/>
          <p:nvPr/>
        </p:nvSpPr>
        <p:spPr>
          <a:xfrm flipV="true">
            <a:off x="7738840" y="4309462"/>
            <a:ext cx="2367125" cy="128774"/>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0" y="7661804"/>
            <a:ext cx="8963108" cy="1811119"/>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REMOVE ANY ONE PLATE FORM THIS PHOTO </a:t>
            </a:r>
          </a:p>
        </p:txBody>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72107" y="2052045"/>
            <a:ext cx="7260006" cy="4846054"/>
          </a:xfrm>
          <a:custGeom>
            <a:avLst/>
            <a:gdLst/>
            <a:ahLst/>
            <a:cxnLst/>
            <a:rect r="r" b="b" t="t" l="l"/>
            <a:pathLst>
              <a:path h="4846054" w="7260006">
                <a:moveTo>
                  <a:pt x="0" y="0"/>
                </a:moveTo>
                <a:lnTo>
                  <a:pt x="7260006" y="0"/>
                </a:lnTo>
                <a:lnTo>
                  <a:pt x="7260006" y="4846054"/>
                </a:lnTo>
                <a:lnTo>
                  <a:pt x="0" y="4846054"/>
                </a:lnTo>
                <a:lnTo>
                  <a:pt x="0" y="0"/>
                </a:lnTo>
                <a:close/>
              </a:path>
            </a:pathLst>
          </a:custGeom>
          <a:blipFill>
            <a:blip r:embed="rId2"/>
            <a:stretch>
              <a:fillRect l="0" t="0" r="0" b="0"/>
            </a:stretch>
          </a:blipFill>
        </p:spPr>
      </p:sp>
      <p:sp>
        <p:nvSpPr>
          <p:cNvPr name="AutoShape 3" id="3"/>
          <p:cNvSpPr/>
          <p:nvPr/>
        </p:nvSpPr>
        <p:spPr>
          <a:xfrm flipV="true">
            <a:off x="8141850" y="4603846"/>
            <a:ext cx="1980803" cy="85598"/>
          </a:xfrm>
          <a:prstGeom prst="line">
            <a:avLst/>
          </a:prstGeom>
          <a:ln cap="flat" w="171450">
            <a:solidFill>
              <a:srgbClr val="000000"/>
            </a:solidFill>
            <a:prstDash val="solid"/>
            <a:headEnd type="none" len="sm" w="sm"/>
            <a:tailEnd type="arrow" len="sm" w="med"/>
          </a:ln>
        </p:spPr>
      </p:sp>
      <p:sp>
        <p:nvSpPr>
          <p:cNvPr name="Freeform 4" id="4"/>
          <p:cNvSpPr/>
          <p:nvPr/>
        </p:nvSpPr>
        <p:spPr>
          <a:xfrm flipH="false" flipV="false" rot="0">
            <a:off x="10431154" y="2068833"/>
            <a:ext cx="7595546" cy="5070027"/>
          </a:xfrm>
          <a:custGeom>
            <a:avLst/>
            <a:gdLst/>
            <a:ahLst/>
            <a:cxnLst/>
            <a:rect r="r" b="b" t="t" l="l"/>
            <a:pathLst>
              <a:path h="5070027" w="7595546">
                <a:moveTo>
                  <a:pt x="0" y="0"/>
                </a:moveTo>
                <a:lnTo>
                  <a:pt x="7595546" y="0"/>
                </a:lnTo>
                <a:lnTo>
                  <a:pt x="7595546" y="5070027"/>
                </a:lnTo>
                <a:lnTo>
                  <a:pt x="0" y="5070027"/>
                </a:lnTo>
                <a:lnTo>
                  <a:pt x="0" y="0"/>
                </a:lnTo>
                <a:close/>
              </a:path>
            </a:pathLst>
          </a:custGeom>
          <a:blipFill>
            <a:blip r:embed="rId3"/>
            <a:stretch>
              <a:fillRect l="0" t="0" r="0" b="0"/>
            </a:stretch>
          </a:blipFill>
        </p:spPr>
      </p:sp>
      <p:sp>
        <p:nvSpPr>
          <p:cNvPr name="TextBox 5" id="5"/>
          <p:cNvSpPr txBox="true"/>
          <p:nvPr/>
        </p:nvSpPr>
        <p:spPr>
          <a:xfrm rot="0">
            <a:off x="277735" y="7414461"/>
            <a:ext cx="8196973" cy="1584003"/>
          </a:xfrm>
          <a:prstGeom prst="rect">
            <a:avLst/>
          </a:prstGeom>
        </p:spPr>
        <p:txBody>
          <a:bodyPr anchor="t" rtlCol="false" tIns="0" lIns="0" bIns="0" rIns="0">
            <a:spAutoFit/>
          </a:bodyPr>
          <a:lstStyle/>
          <a:p>
            <a:pPr algn="ctr">
              <a:lnSpc>
                <a:spcPts val="6356"/>
              </a:lnSpc>
              <a:spcBef>
                <a:spcPct val="0"/>
              </a:spcBef>
            </a:pPr>
            <a:r>
              <a:rPr lang="en-US" b="true" sz="4540">
                <a:solidFill>
                  <a:srgbClr val="000000"/>
                </a:solidFill>
                <a:latin typeface="Canva Sans Bold"/>
                <a:ea typeface="Canva Sans Bold"/>
                <a:cs typeface="Canva Sans Bold"/>
                <a:sym typeface="Canva Sans Bold"/>
              </a:rPr>
              <a:t>REMOVE ANY ONE PERSON FORM THIS PHOTO </a:t>
            </a:r>
          </a:p>
        </p:txBody>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3575" y="1900930"/>
            <a:ext cx="7414798" cy="4836665"/>
          </a:xfrm>
          <a:custGeom>
            <a:avLst/>
            <a:gdLst/>
            <a:ahLst/>
            <a:cxnLst/>
            <a:rect r="r" b="b" t="t" l="l"/>
            <a:pathLst>
              <a:path h="4836665" w="7414798">
                <a:moveTo>
                  <a:pt x="0" y="0"/>
                </a:moveTo>
                <a:lnTo>
                  <a:pt x="7414798" y="0"/>
                </a:lnTo>
                <a:lnTo>
                  <a:pt x="7414798" y="4836664"/>
                </a:lnTo>
                <a:lnTo>
                  <a:pt x="0" y="4836664"/>
                </a:lnTo>
                <a:lnTo>
                  <a:pt x="0" y="0"/>
                </a:lnTo>
                <a:close/>
              </a:path>
            </a:pathLst>
          </a:custGeom>
          <a:blipFill>
            <a:blip r:embed="rId2"/>
            <a:stretch>
              <a:fillRect l="-370" t="0" r="-370" b="0"/>
            </a:stretch>
          </a:blipFill>
        </p:spPr>
      </p:sp>
      <p:sp>
        <p:nvSpPr>
          <p:cNvPr name="Freeform 3" id="3"/>
          <p:cNvSpPr/>
          <p:nvPr/>
        </p:nvSpPr>
        <p:spPr>
          <a:xfrm flipH="false" flipV="false" rot="0">
            <a:off x="10282366" y="1732564"/>
            <a:ext cx="7750407" cy="5173396"/>
          </a:xfrm>
          <a:custGeom>
            <a:avLst/>
            <a:gdLst/>
            <a:ahLst/>
            <a:cxnLst/>
            <a:rect r="r" b="b" t="t" l="l"/>
            <a:pathLst>
              <a:path h="5173396" w="7750407">
                <a:moveTo>
                  <a:pt x="0" y="0"/>
                </a:moveTo>
                <a:lnTo>
                  <a:pt x="7750407" y="0"/>
                </a:lnTo>
                <a:lnTo>
                  <a:pt x="7750407" y="5173396"/>
                </a:lnTo>
                <a:lnTo>
                  <a:pt x="0" y="5173396"/>
                </a:lnTo>
                <a:lnTo>
                  <a:pt x="0" y="0"/>
                </a:lnTo>
                <a:close/>
              </a:path>
            </a:pathLst>
          </a:custGeom>
          <a:blipFill>
            <a:blip r:embed="rId3"/>
            <a:stretch>
              <a:fillRect l="0" t="0" r="0" b="0"/>
            </a:stretch>
          </a:blipFill>
        </p:spPr>
      </p:sp>
      <p:sp>
        <p:nvSpPr>
          <p:cNvPr name="TextBox 4" id="4"/>
          <p:cNvSpPr txBox="true"/>
          <p:nvPr/>
        </p:nvSpPr>
        <p:spPr>
          <a:xfrm rot="0">
            <a:off x="1271311" y="7466036"/>
            <a:ext cx="6249546" cy="2158619"/>
          </a:xfrm>
          <a:prstGeom prst="rect">
            <a:avLst/>
          </a:prstGeom>
        </p:spPr>
        <p:txBody>
          <a:bodyPr anchor="t" rtlCol="false" tIns="0" lIns="0" bIns="0" rIns="0">
            <a:spAutoFit/>
          </a:bodyPr>
          <a:lstStyle/>
          <a:p>
            <a:pPr algn="ctr">
              <a:lnSpc>
                <a:spcPts val="5667"/>
              </a:lnSpc>
            </a:pPr>
            <a:r>
              <a:rPr lang="en-US" b="true" sz="5199">
                <a:solidFill>
                  <a:srgbClr val="000000"/>
                </a:solidFill>
                <a:latin typeface="Canva Sans Bold"/>
                <a:ea typeface="Canva Sans Bold"/>
                <a:cs typeface="Canva Sans Bold"/>
                <a:sym typeface="Canva Sans Bold"/>
              </a:rPr>
              <a:t>REMOVE ANY ONE PERSON FROM THIS IMAGE </a:t>
            </a:r>
          </a:p>
        </p:txBody>
      </p:sp>
      <p:sp>
        <p:nvSpPr>
          <p:cNvPr name="AutoShape 5" id="5"/>
          <p:cNvSpPr/>
          <p:nvPr/>
        </p:nvSpPr>
        <p:spPr>
          <a:xfrm flipV="true">
            <a:off x="8141850" y="4603846"/>
            <a:ext cx="1980803" cy="85598"/>
          </a:xfrm>
          <a:prstGeom prst="line">
            <a:avLst/>
          </a:prstGeom>
          <a:ln cap="flat" w="171450">
            <a:solidFill>
              <a:srgbClr val="000000"/>
            </a:solidFill>
            <a:prstDash val="solid"/>
            <a:headEnd type="none" len="sm" w="sm"/>
            <a:tailEnd type="arrow" len="sm" w="med"/>
          </a:ln>
        </p:spPr>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5302" y="1629646"/>
            <a:ext cx="7340413" cy="4831276"/>
          </a:xfrm>
          <a:custGeom>
            <a:avLst/>
            <a:gdLst/>
            <a:ahLst/>
            <a:cxnLst/>
            <a:rect r="r" b="b" t="t" l="l"/>
            <a:pathLst>
              <a:path h="4831276" w="7340413">
                <a:moveTo>
                  <a:pt x="0" y="0"/>
                </a:moveTo>
                <a:lnTo>
                  <a:pt x="7340413" y="0"/>
                </a:lnTo>
                <a:lnTo>
                  <a:pt x="7340413" y="4831277"/>
                </a:lnTo>
                <a:lnTo>
                  <a:pt x="0" y="4831277"/>
                </a:lnTo>
                <a:lnTo>
                  <a:pt x="0" y="0"/>
                </a:lnTo>
                <a:close/>
              </a:path>
            </a:pathLst>
          </a:custGeom>
          <a:blipFill>
            <a:blip r:embed="rId2"/>
            <a:stretch>
              <a:fillRect l="0" t="0" r="0" b="-9773"/>
            </a:stretch>
          </a:blipFill>
        </p:spPr>
      </p:sp>
      <p:sp>
        <p:nvSpPr>
          <p:cNvPr name="Freeform 3" id="3"/>
          <p:cNvSpPr/>
          <p:nvPr/>
        </p:nvSpPr>
        <p:spPr>
          <a:xfrm flipH="false" flipV="false" rot="0">
            <a:off x="10043697" y="1629646"/>
            <a:ext cx="7601926" cy="5047855"/>
          </a:xfrm>
          <a:custGeom>
            <a:avLst/>
            <a:gdLst/>
            <a:ahLst/>
            <a:cxnLst/>
            <a:rect r="r" b="b" t="t" l="l"/>
            <a:pathLst>
              <a:path h="5047855" w="7601926">
                <a:moveTo>
                  <a:pt x="0" y="0"/>
                </a:moveTo>
                <a:lnTo>
                  <a:pt x="7601926" y="0"/>
                </a:lnTo>
                <a:lnTo>
                  <a:pt x="7601926" y="5047855"/>
                </a:lnTo>
                <a:lnTo>
                  <a:pt x="0" y="5047855"/>
                </a:lnTo>
                <a:lnTo>
                  <a:pt x="0" y="0"/>
                </a:lnTo>
                <a:close/>
              </a:path>
            </a:pathLst>
          </a:custGeom>
          <a:blipFill>
            <a:blip r:embed="rId3"/>
            <a:stretch>
              <a:fillRect l="0" t="0" r="0" b="-9935"/>
            </a:stretch>
          </a:blipFill>
        </p:spPr>
      </p:sp>
      <p:sp>
        <p:nvSpPr>
          <p:cNvPr name="AutoShape 4" id="4"/>
          <p:cNvSpPr/>
          <p:nvPr/>
        </p:nvSpPr>
        <p:spPr>
          <a:xfrm flipV="true">
            <a:off x="8153599" y="4600431"/>
            <a:ext cx="1680330" cy="128523"/>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364860" y="7347157"/>
            <a:ext cx="8439495" cy="1503358"/>
          </a:xfrm>
          <a:prstGeom prst="rect">
            <a:avLst/>
          </a:prstGeom>
        </p:spPr>
        <p:txBody>
          <a:bodyPr anchor="t" rtlCol="false" tIns="0" lIns="0" bIns="0" rIns="0">
            <a:spAutoFit/>
          </a:bodyPr>
          <a:lstStyle/>
          <a:p>
            <a:pPr algn="ctr">
              <a:lnSpc>
                <a:spcPts val="6055"/>
              </a:lnSpc>
              <a:spcBef>
                <a:spcPct val="0"/>
              </a:spcBef>
            </a:pPr>
            <a:r>
              <a:rPr lang="en-US" b="true" sz="4325">
                <a:solidFill>
                  <a:srgbClr val="000000"/>
                </a:solidFill>
                <a:latin typeface="Canva Sans Bold"/>
                <a:ea typeface="Canva Sans Bold"/>
                <a:cs typeface="Canva Sans Bold"/>
                <a:sym typeface="Canva Sans Bold"/>
              </a:rPr>
              <a:t>REMOVE THE BAD PERSON FORM THIS IMAGE </a:t>
            </a:r>
          </a:p>
        </p:txBody>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9902" y="1894552"/>
            <a:ext cx="7166406" cy="4777604"/>
          </a:xfrm>
          <a:custGeom>
            <a:avLst/>
            <a:gdLst/>
            <a:ahLst/>
            <a:cxnLst/>
            <a:rect r="r" b="b" t="t" l="l"/>
            <a:pathLst>
              <a:path h="4777604" w="7166406">
                <a:moveTo>
                  <a:pt x="0" y="0"/>
                </a:moveTo>
                <a:lnTo>
                  <a:pt x="7166406" y="0"/>
                </a:lnTo>
                <a:lnTo>
                  <a:pt x="7166406" y="4777605"/>
                </a:lnTo>
                <a:lnTo>
                  <a:pt x="0" y="4777605"/>
                </a:lnTo>
                <a:lnTo>
                  <a:pt x="0" y="0"/>
                </a:lnTo>
                <a:close/>
              </a:path>
            </a:pathLst>
          </a:custGeom>
          <a:blipFill>
            <a:blip r:embed="rId2"/>
            <a:stretch>
              <a:fillRect l="0" t="0" r="0" b="0"/>
            </a:stretch>
          </a:blipFill>
        </p:spPr>
      </p:sp>
      <p:sp>
        <p:nvSpPr>
          <p:cNvPr name="Freeform 3" id="3"/>
          <p:cNvSpPr/>
          <p:nvPr/>
        </p:nvSpPr>
        <p:spPr>
          <a:xfrm flipH="false" flipV="false" rot="0">
            <a:off x="10555659" y="1894552"/>
            <a:ext cx="7303094" cy="4911154"/>
          </a:xfrm>
          <a:custGeom>
            <a:avLst/>
            <a:gdLst/>
            <a:ahLst/>
            <a:cxnLst/>
            <a:rect r="r" b="b" t="t" l="l"/>
            <a:pathLst>
              <a:path h="4911154" w="7303094">
                <a:moveTo>
                  <a:pt x="0" y="0"/>
                </a:moveTo>
                <a:lnTo>
                  <a:pt x="7303094" y="0"/>
                </a:lnTo>
                <a:lnTo>
                  <a:pt x="7303094" y="4911155"/>
                </a:lnTo>
                <a:lnTo>
                  <a:pt x="0" y="4911155"/>
                </a:lnTo>
                <a:lnTo>
                  <a:pt x="0" y="0"/>
                </a:lnTo>
                <a:close/>
              </a:path>
            </a:pathLst>
          </a:custGeom>
          <a:blipFill>
            <a:blip r:embed="rId3"/>
            <a:stretch>
              <a:fillRect l="-372" t="0" r="-372" b="0"/>
            </a:stretch>
          </a:blipFill>
        </p:spPr>
      </p:sp>
      <p:sp>
        <p:nvSpPr>
          <p:cNvPr name="TextBox 4" id="4"/>
          <p:cNvSpPr txBox="true"/>
          <p:nvPr/>
        </p:nvSpPr>
        <p:spPr>
          <a:xfrm rot="0">
            <a:off x="634559" y="7099012"/>
            <a:ext cx="8317091" cy="1811119"/>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REMOVE</a:t>
            </a:r>
            <a:r>
              <a:rPr lang="en-US" b="true" sz="5199">
                <a:solidFill>
                  <a:srgbClr val="000000"/>
                </a:solidFill>
                <a:latin typeface="Canva Sans Bold"/>
                <a:ea typeface="Canva Sans Bold"/>
                <a:cs typeface="Canva Sans Bold"/>
                <a:sym typeface="Canva Sans Bold"/>
              </a:rPr>
              <a:t> ONE PERSON FORM THIS IMAGE </a:t>
            </a:r>
          </a:p>
        </p:txBody>
      </p:sp>
      <p:sp>
        <p:nvSpPr>
          <p:cNvPr name="AutoShape 5" id="5"/>
          <p:cNvSpPr/>
          <p:nvPr/>
        </p:nvSpPr>
        <p:spPr>
          <a:xfrm flipV="true">
            <a:off x="8475582" y="4621894"/>
            <a:ext cx="1980803" cy="85598"/>
          </a:xfrm>
          <a:prstGeom prst="line">
            <a:avLst/>
          </a:prstGeom>
          <a:ln cap="flat" w="171450">
            <a:solidFill>
              <a:srgbClr val="000000"/>
            </a:solidFill>
            <a:prstDash val="solid"/>
            <a:headEnd type="none" len="sm" w="sm"/>
            <a:tailEnd type="arrow" len="sm" w="med"/>
          </a:ln>
        </p:spPr>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7280" y="1837552"/>
            <a:ext cx="6651609" cy="4439949"/>
          </a:xfrm>
          <a:custGeom>
            <a:avLst/>
            <a:gdLst/>
            <a:ahLst/>
            <a:cxnLst/>
            <a:rect r="r" b="b" t="t" l="l"/>
            <a:pathLst>
              <a:path h="4439949" w="6651609">
                <a:moveTo>
                  <a:pt x="0" y="0"/>
                </a:moveTo>
                <a:lnTo>
                  <a:pt x="6651609" y="0"/>
                </a:lnTo>
                <a:lnTo>
                  <a:pt x="6651609" y="4439949"/>
                </a:lnTo>
                <a:lnTo>
                  <a:pt x="0" y="4439949"/>
                </a:lnTo>
                <a:lnTo>
                  <a:pt x="0" y="0"/>
                </a:lnTo>
                <a:close/>
              </a:path>
            </a:pathLst>
          </a:custGeom>
          <a:blipFill>
            <a:blip r:embed="rId2"/>
            <a:stretch>
              <a:fillRect l="0" t="0" r="0" b="0"/>
            </a:stretch>
          </a:blipFill>
        </p:spPr>
      </p:sp>
      <p:sp>
        <p:nvSpPr>
          <p:cNvPr name="Freeform 3" id="3"/>
          <p:cNvSpPr/>
          <p:nvPr/>
        </p:nvSpPr>
        <p:spPr>
          <a:xfrm flipH="false" flipV="false" rot="0">
            <a:off x="10807720" y="1837552"/>
            <a:ext cx="6582290" cy="4451670"/>
          </a:xfrm>
          <a:custGeom>
            <a:avLst/>
            <a:gdLst/>
            <a:ahLst/>
            <a:cxnLst/>
            <a:rect r="r" b="b" t="t" l="l"/>
            <a:pathLst>
              <a:path h="4451670" w="6582290">
                <a:moveTo>
                  <a:pt x="0" y="0"/>
                </a:moveTo>
                <a:lnTo>
                  <a:pt x="6582290" y="0"/>
                </a:lnTo>
                <a:lnTo>
                  <a:pt x="6582290" y="4451670"/>
                </a:lnTo>
                <a:lnTo>
                  <a:pt x="0" y="4451670"/>
                </a:lnTo>
                <a:lnTo>
                  <a:pt x="0" y="0"/>
                </a:lnTo>
                <a:close/>
              </a:path>
            </a:pathLst>
          </a:custGeom>
          <a:blipFill>
            <a:blip r:embed="rId3"/>
            <a:stretch>
              <a:fillRect l="-1319" t="0" r="0" b="0"/>
            </a:stretch>
          </a:blipFill>
        </p:spPr>
      </p:sp>
      <p:sp>
        <p:nvSpPr>
          <p:cNvPr name="AutoShape 4" id="4"/>
          <p:cNvSpPr/>
          <p:nvPr/>
        </p:nvSpPr>
        <p:spPr>
          <a:xfrm flipV="true">
            <a:off x="8153599" y="4528529"/>
            <a:ext cx="1980803" cy="85598"/>
          </a:xfrm>
          <a:prstGeom prst="line">
            <a:avLst/>
          </a:prstGeom>
          <a:ln cap="flat" w="171450">
            <a:solidFill>
              <a:srgbClr val="000000"/>
            </a:solidFill>
            <a:prstDash val="solid"/>
            <a:headEnd type="none" len="sm" w="sm"/>
            <a:tailEnd type="arrow" len="sm" w="med"/>
          </a:ln>
        </p:spPr>
      </p:sp>
      <p:sp>
        <p:nvSpPr>
          <p:cNvPr name="TextBox 5" id="5"/>
          <p:cNvSpPr txBox="true"/>
          <p:nvPr/>
        </p:nvSpPr>
        <p:spPr>
          <a:xfrm rot="0">
            <a:off x="487186" y="7098451"/>
            <a:ext cx="7956692" cy="1811119"/>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REMOVE </a:t>
            </a:r>
            <a:r>
              <a:rPr lang="en-US" b="true" sz="5199">
                <a:solidFill>
                  <a:srgbClr val="000000"/>
                </a:solidFill>
                <a:latin typeface="Canva Sans Bold"/>
                <a:ea typeface="Canva Sans Bold"/>
                <a:cs typeface="Canva Sans Bold"/>
                <a:sym typeface="Canva Sans Bold"/>
              </a:rPr>
              <a:t>AN PERSON FORM THIS IMAGE </a:t>
            </a:r>
          </a:p>
        </p:txBody>
      </p:sp>
      <p:sp>
        <p:nvSpPr>
          <p:cNvPr name="TextBox 6" id="6"/>
          <p:cNvSpPr txBox="true"/>
          <p:nvPr/>
        </p:nvSpPr>
        <p:spPr>
          <a:xfrm rot="0">
            <a:off x="12915453" y="7261337"/>
            <a:ext cx="2881312" cy="88714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OUTPUT </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46398" y="971550"/>
            <a:ext cx="16012902" cy="7814930"/>
          </a:xfrm>
          <a:prstGeom prst="rect">
            <a:avLst/>
          </a:prstGeom>
        </p:spPr>
        <p:txBody>
          <a:bodyPr anchor="t" rtlCol="false" tIns="0" lIns="0" bIns="0" rIns="0">
            <a:spAutoFit/>
          </a:bodyPr>
          <a:lstStyle/>
          <a:p>
            <a:pPr algn="ctr">
              <a:lnSpc>
                <a:spcPts val="4788"/>
              </a:lnSpc>
              <a:spcBef>
                <a:spcPct val="0"/>
              </a:spcBef>
            </a:pPr>
            <a:r>
              <a:rPr lang="en-US" sz="3420">
                <a:solidFill>
                  <a:srgbClr val="000000"/>
                </a:solidFill>
                <a:latin typeface="Canva Sans"/>
                <a:ea typeface="Canva Sans"/>
                <a:cs typeface="Canva Sans"/>
                <a:sym typeface="Canva Sans"/>
              </a:rPr>
              <a:t>This presentation explores how AI interprets human instructions and visual context through a series of image-editing experiments. Simple prompts such as adding an object or removing a person show that AI must decide how to interpret incomplete instructions. The final experiment is more interesting: when asked to “remove the bad person,” the AI removes the girl rather than the boy. A human might identify the boy as the wrong person based on the relationship and situation shown in the image, while the AI appears to interpret the scene through visual patterns, composition, and contextual relationships. This does not mean that AI is thinking exactly like a human; rather, it shows that AI can arrive at an interpretation that is different from our own. The experiment raises an important question: when AI interprets an image, is it understanding the situation as we do, or is it finding its own interpretation based on the patterns it has learned?</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59033" y="3537683"/>
            <a:ext cx="16593095" cy="3399991"/>
          </a:xfrm>
          <a:prstGeom prst="rect">
            <a:avLst/>
          </a:prstGeom>
        </p:spPr>
        <p:txBody>
          <a:bodyPr anchor="t" rtlCol="false" tIns="0" lIns="0" bIns="0" rIns="0">
            <a:spAutoFit/>
          </a:bodyPr>
          <a:lstStyle/>
          <a:p>
            <a:pPr algn="ctr">
              <a:lnSpc>
                <a:spcPts val="27850"/>
              </a:lnSpc>
            </a:pPr>
            <a:r>
              <a:rPr lang="en-US" sz="19893">
                <a:solidFill>
                  <a:srgbClr val="000000"/>
                </a:solidFill>
                <a:latin typeface="League Spartan"/>
                <a:ea typeface="League Spartan"/>
                <a:cs typeface="League Spartan"/>
                <a:sym typeface="League Spartan"/>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DAG-wZSCyRQ</dc:identifier>
  <dcterms:modified xsi:type="dcterms:W3CDTF">2011-08-01T06:04:30Z</dcterms:modified>
  <cp:revision>1</cp:revision>
  <dc:title>the different thinking of ai</dc:title>
</cp:coreProperties>
</file>